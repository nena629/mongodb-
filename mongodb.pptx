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94" d="100"/>
          <a:sy n="94" d="100"/>
        </p:scale>
        <p:origin x="1048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F0EB2-FD6A-4DE6-A859-9A783ECC67A7}" type="datetimeFigureOut">
              <a:rPr lang="fr-FR" smtClean="0"/>
              <a:pPr/>
              <a:t>01/01/2022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8336E-1813-4E56-8E8E-05CF2DC28A7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F0EB2-FD6A-4DE6-A859-9A783ECC67A7}" type="datetimeFigureOut">
              <a:rPr lang="fr-FR" smtClean="0"/>
              <a:pPr/>
              <a:t>01/01/2022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8336E-1813-4E56-8E8E-05CF2DC28A7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F0EB2-FD6A-4DE6-A859-9A783ECC67A7}" type="datetimeFigureOut">
              <a:rPr lang="fr-FR" smtClean="0"/>
              <a:pPr/>
              <a:t>01/01/2022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8336E-1813-4E56-8E8E-05CF2DC28A7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F0EB2-FD6A-4DE6-A859-9A783ECC67A7}" type="datetimeFigureOut">
              <a:rPr lang="fr-FR" smtClean="0"/>
              <a:pPr/>
              <a:t>01/01/2022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8336E-1813-4E56-8E8E-05CF2DC28A7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F0EB2-FD6A-4DE6-A859-9A783ECC67A7}" type="datetimeFigureOut">
              <a:rPr lang="fr-FR" smtClean="0"/>
              <a:pPr/>
              <a:t>01/01/2022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8336E-1813-4E56-8E8E-05CF2DC28A7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F0EB2-FD6A-4DE6-A859-9A783ECC67A7}" type="datetimeFigureOut">
              <a:rPr lang="fr-FR" smtClean="0"/>
              <a:pPr/>
              <a:t>01/01/2022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8336E-1813-4E56-8E8E-05CF2DC28A7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F0EB2-FD6A-4DE6-A859-9A783ECC67A7}" type="datetimeFigureOut">
              <a:rPr lang="fr-FR" smtClean="0"/>
              <a:pPr/>
              <a:t>01/01/2022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8336E-1813-4E56-8E8E-05CF2DC28A7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F0EB2-FD6A-4DE6-A859-9A783ECC67A7}" type="datetimeFigureOut">
              <a:rPr lang="fr-FR" smtClean="0"/>
              <a:pPr/>
              <a:t>01/01/2022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8336E-1813-4E56-8E8E-05CF2DC28A7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F0EB2-FD6A-4DE6-A859-9A783ECC67A7}" type="datetimeFigureOut">
              <a:rPr lang="fr-FR" smtClean="0"/>
              <a:pPr/>
              <a:t>01/01/2022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8336E-1813-4E56-8E8E-05CF2DC28A7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F0EB2-FD6A-4DE6-A859-9A783ECC67A7}" type="datetimeFigureOut">
              <a:rPr lang="fr-FR" smtClean="0"/>
              <a:pPr/>
              <a:t>01/01/2022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8336E-1813-4E56-8E8E-05CF2DC28A7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F0EB2-FD6A-4DE6-A859-9A783ECC67A7}" type="datetimeFigureOut">
              <a:rPr lang="fr-FR" smtClean="0"/>
              <a:pPr/>
              <a:t>01/01/2022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8336E-1813-4E56-8E8E-05CF2DC28A7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9F0EB2-FD6A-4DE6-A859-9A783ECC67A7}" type="datetimeFigureOut">
              <a:rPr lang="fr-FR" smtClean="0"/>
              <a:pPr/>
              <a:t>01/01/2022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78336E-1813-4E56-8E8E-05CF2DC28A7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9512" y="116632"/>
            <a:ext cx="8856984" cy="64276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504" y="116632"/>
            <a:ext cx="8928992" cy="66247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79512" y="188640"/>
            <a:ext cx="8712968" cy="6552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8905" y="3284984"/>
            <a:ext cx="8606190" cy="33259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43F05A1D-F4AE-44FC-A56E-C92F38666E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8905" y="220007"/>
            <a:ext cx="8606190" cy="29074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3528" y="125306"/>
            <a:ext cx="8640960" cy="655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1520" y="260648"/>
            <a:ext cx="8640960" cy="63367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794</TotalTime>
  <Words>0</Words>
  <Application>Microsoft Office PowerPoint</Application>
  <PresentationFormat>Affichage à l'écran (4:3)</PresentationFormat>
  <Paragraphs>0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9" baseType="lpstr">
      <vt:lpstr>Arial</vt:lpstr>
      <vt:lpstr>Calibri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HP</dc:creator>
  <cp:lastModifiedBy>Naima Attaf</cp:lastModifiedBy>
  <cp:revision>5</cp:revision>
  <dcterms:created xsi:type="dcterms:W3CDTF">2021-08-08T11:04:02Z</dcterms:created>
  <dcterms:modified xsi:type="dcterms:W3CDTF">2022-01-01T20:58:28Z</dcterms:modified>
</cp:coreProperties>
</file>